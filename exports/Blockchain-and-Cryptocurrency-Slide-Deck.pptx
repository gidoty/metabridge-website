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MetaBridge Academy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01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BLOCKCHAIN &amp; CRYPTOCURRENCY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59E0B"/>
                </a:solidFill>
                <a:latin typeface="Calibri"/>
              </a:rPr>
              <a:t>SLIDE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"/>
              </a:rPr>
              <a:t>Nigeria's Premier Blockchain &amp; Technology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