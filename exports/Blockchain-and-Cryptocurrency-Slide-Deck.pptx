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4297680" cy="6793992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297680" y="64008"/>
            <a:ext cx="54864" cy="67939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65760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A623"/>
                </a:solidFill>
                <a:latin typeface="Calibri"/>
              </a:rPr>
              <a:t>MetaBridge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229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Calibri"/>
              </a:rPr>
              <a:t>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828800"/>
            <a:ext cx="3840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Blockchain &amp; Cryptocurrency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56616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A5BE"/>
                </a:solidFill>
                <a:latin typeface="Calibri"/>
              </a:rPr>
              <a:t>Comprehensive Course
Slide Deck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6565392"/>
            <a:ext cx="75620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BA5BE"/>
                </a:solidFill>
                <a:latin typeface="Calibri"/>
              </a:rPr>
              <a:t>Cybersecurity  |  Data Analytics  |  AI &amp; Prompt Engineering  |  Blockchain &amp; Cryptocurrency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18304" y="1097280"/>
            <a:ext cx="3415284" cy="1417320"/>
          </a:xfrm>
          <a:prstGeom prst="rect">
            <a:avLst/>
          </a:prstGeom>
          <a:solidFill>
            <a:srgbClr val="12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18304" y="1097280"/>
            <a:ext cx="50292" cy="14173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55464" y="1234440"/>
            <a:ext cx="32324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Calibri"/>
              </a:rPr>
              <a:t>Blockchain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55464" y="1874520"/>
            <a:ext cx="32324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>Course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07908" y="1097280"/>
            <a:ext cx="3415284" cy="1417320"/>
          </a:xfrm>
          <a:prstGeom prst="rect">
            <a:avLst/>
          </a:prstGeom>
          <a:solidFill>
            <a:srgbClr val="12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07908" y="1097280"/>
            <a:ext cx="50292" cy="1417320"/>
          </a:xfrm>
          <a:prstGeom prst="rect">
            <a:avLst/>
          </a:prstGeom>
          <a:solidFill>
            <a:srgbClr val="00C2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5068" y="1234440"/>
            <a:ext cx="32324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C2D4"/>
                </a:solidFill>
                <a:latin typeface="Calibri"/>
              </a:rPr>
              <a:t>12 Modules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5068" y="1874520"/>
            <a:ext cx="32324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>of content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18304" y="2743200"/>
            <a:ext cx="3415284" cy="1417320"/>
          </a:xfrm>
          <a:prstGeom prst="rect">
            <a:avLst/>
          </a:prstGeom>
          <a:solidFill>
            <a:srgbClr val="12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18304" y="2743200"/>
            <a:ext cx="50292" cy="1417320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5464" y="2880360"/>
            <a:ext cx="32324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B894"/>
                </a:solidFill>
                <a:latin typeface="Calibri"/>
              </a:rPr>
              <a:t>72+ Hours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5464" y="3520440"/>
            <a:ext cx="32324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>of training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07908" y="2743200"/>
            <a:ext cx="3415284" cy="1417320"/>
          </a:xfrm>
          <a:prstGeom prst="rect">
            <a:avLst/>
          </a:prstGeom>
          <a:solidFill>
            <a:srgbClr val="12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07908" y="2743200"/>
            <a:ext cx="50292" cy="1417320"/>
          </a:xfrm>
          <a:prstGeom prst="rect">
            <a:avLst/>
          </a:prstGeom>
          <a:solidFill>
            <a:srgbClr val="8BA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45068" y="2880360"/>
            <a:ext cx="32324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8BA5BE"/>
                </a:solidFill>
                <a:latin typeface="Calibri"/>
              </a:rPr>
              <a:t>Blockchain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5068" y="3520440"/>
            <a:ext cx="32324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>Certificate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52544" y="6062472"/>
            <a:ext cx="7836408" cy="457200"/>
          </a:xfrm>
          <a:prstGeom prst="rect">
            <a:avLst/>
          </a:prstGeom>
          <a:solidFill>
            <a:srgbClr val="12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35424" y="6062472"/>
            <a:ext cx="74706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8BA5BE"/>
                </a:solidFill>
                <a:latin typeface="Calibri"/>
              </a:rPr>
              <a:t>12 Modules  ·  72+ Hours  ·  Hands-On Labs  ·  CompTIA S+ Aligned  ·  Blockchain Certificate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