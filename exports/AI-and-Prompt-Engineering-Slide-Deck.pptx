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4297680" cy="6793992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97680" y="64008"/>
            <a:ext cx="54864" cy="6793992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36576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9B59B6"/>
                </a:solidFill>
                <a:latin typeface="Calibri"/>
              </a:rPr>
              <a:t>MetaBridge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82296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Calibri"/>
              </a:rPr>
              <a:t>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828800"/>
            <a:ext cx="3840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6616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BA5BE"/>
                </a:solidFill>
                <a:latin typeface="Calibri"/>
              </a:rPr>
              <a:t>Comprehensive Course
Slide Deck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6565392"/>
            <a:ext cx="7562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BA5BE"/>
                </a:solidFill>
                <a:latin typeface="Calibri"/>
              </a:rPr>
              <a:t>Cybersecurity  |  Data Analytics  |  AI &amp; Prompt Engineering  |  Blockchain &amp; Cryptocurrency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18304" y="109728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8304" y="1097280"/>
            <a:ext cx="50292" cy="14173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5464" y="123444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9B59B6"/>
                </a:solidFill>
                <a:latin typeface="Calibri"/>
              </a:rP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187452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Course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07908" y="109728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07908" y="1097280"/>
            <a:ext cx="50292" cy="1417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5068" y="123444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12 Modules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5068" y="187452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of content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8304" y="274320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18304" y="2743200"/>
            <a:ext cx="50292" cy="1417320"/>
          </a:xfrm>
          <a:prstGeom prst="rect">
            <a:avLst/>
          </a:prstGeom>
          <a:solidFill>
            <a:srgbClr val="00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288036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B894"/>
                </a:solidFill>
                <a:latin typeface="Calibri"/>
              </a:rPr>
              <a:t>72+ Hours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52044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of training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07908" y="2743200"/>
            <a:ext cx="3415284" cy="141732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07908" y="2743200"/>
            <a:ext cx="50292" cy="1417320"/>
          </a:xfrm>
          <a:prstGeom prst="rect">
            <a:avLst/>
          </a:prstGeom>
          <a:solidFill>
            <a:srgbClr val="8BA5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5068" y="2880360"/>
            <a:ext cx="32324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A5BE"/>
                </a:solidFill>
                <a:latin typeface="Calibri"/>
              </a:rPr>
              <a:t>Blockchain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5068" y="3520440"/>
            <a:ext cx="32324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Certificate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52544" y="6062472"/>
            <a:ext cx="7836408" cy="457200"/>
          </a:xfrm>
          <a:prstGeom prst="rect">
            <a:avLst/>
          </a:prstGeom>
          <a:solidFill>
            <a:srgbClr val="1222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5424" y="6062472"/>
            <a:ext cx="74706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8BA5BE"/>
                </a:solidFill>
                <a:latin typeface="Calibri"/>
              </a:rPr>
              <a:t>12 Modules  ·  72+ Hours  ·  Hands-On Labs  ·  CompTIA S+ Aligned  ·  Blockchain Certificate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Stacked horizontal bands — blue (Beginner), cyan (Intermediate), gold (Advanced), white/bright (Professional)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DIFFICULTY LEVEL OVERVIEW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Black and white photo of Alan Turing (public domain)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QUESTION THAT STARTED IT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Clean icon set (outline style, blue/cyan colour palette) for each column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WHAT IS ARTIFICIAL INTELLIGENCE?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AI ALREADY LIVES IN NIGERIA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Horizontal timeline spanning full slide width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AI HISTORY TIMELINE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Stylised frost/ice texture on winter sections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TWO AI WINTERS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Concentric circle diagram, centre glowing bright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AI HIERARCHY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NARROW AI vs AGI vs 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Horizontal timeline sweeping left to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SEVEN TECHNOLOGY ERAS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3×2 grid of category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EMERGING AI CATEGORIES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Bell curve spanning the full width of the slide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TECHNOLOGY ADOPTION LIFECYCLE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INTRODUCTION TO PROMPT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Vertical stack of six labelled cards, each with a distinct colour-coded left border and an icon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ANATOMY OF A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2×4 grid of principle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8 CORE PROMPTING PRINCIPLES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1A3350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972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B59B6"/>
                </a:solidFill>
                <a:latin typeface="Calibri"/>
              </a:rPr>
              <a:t>MOD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288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MODULE 1 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521208"/>
            <a:ext cx="7379208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THIS WEEK'S ASSIGNMENTS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1A335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972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288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MODULE 2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521208"/>
            <a:ext cx="7379208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FROM TEXT TO NUMBERS: TOKENISATION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EMBEDDINGS: NUMBERS WITH MEANING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Connecting arrows between words, with varying thickness showing attention 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ATTENTION MECHANISM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Simplified Transformer block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TRANSFORMER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HOW LLMS ARE TRAINED: 3 PHASES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LLM COMPARISON: KNOW YOUR TOOLS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Warning triangle icon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HALLUCINATIONS: THE CRITICAL WARNING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1A3350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972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B59B6"/>
                </a:solidFill>
                <a:latin typeface="Calibri"/>
              </a:rPr>
              <a:t>MOD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288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MODULE 3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521208"/>
            <a:ext cx="7379208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RCTF 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RCTF IN ACTION: NIGERIAN BUSINESS 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ZERO-SHOT, ONE-SHOT, FEW-SHOT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10 COMMON PROMPTING MISTAKES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1A3350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972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B59B6"/>
                </a:solidFill>
                <a:latin typeface="Calibri"/>
              </a:rPr>
              <a:t>MOD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288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MODULE 4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521208"/>
            <a:ext cx="7379208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CHAIN-OF-THOUGHT PROMPTING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PROMPT CHAINING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RETRIEVAL AUGMENTED GENERATION (RAG)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SYSTEM PROMPT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1A3350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0972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82880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MODULE 5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2584" y="521208"/>
            <a:ext cx="7379208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TEXT AI: YOUR THINKING 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IMAGE AI: VISUAL CREATION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AUDIO &amp; VIDEO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PROFESSIONAL AI TOOLKIT BUILDS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Before/after bar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ROI OF AI AUTOMATION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WORKFLOW AUTOMATION WITH MAKE AND ZAPIER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AI AGENTS: THE NEXT FRONTIER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AI BIAS: THE INVISIBLE DISCRIMINATION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DEEPFAKE THREAT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FUTURE OF AI: NIGERIA &amp; THE WORLD (2025–2035)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THE AI SAFETY QUESTION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CAPSTONE: YOUR PROFESSIONAL DEBUT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CAPSTONE SCORING RUBRIC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Certificate mockup — MetaBridge Academy branded, gold borders, blockchain verification badge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CERTIFICATION OVERVIEW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97680" y="64008"/>
            <a:ext cx="54864" cy="6501384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A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" y="65653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BA5BE"/>
                </a:solidFill>
                <a:latin typeface="Calibri"/>
              </a:rPr>
              <a:t>MetaBridge Academy  |  AI &amp; Prompt Engineering  | 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7272" y="65653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B59B6"/>
                </a:solidFill>
                <a:latin typeface="Calibri"/>
              </a:rPr>
              <a:t>metabridgeacademy.com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201168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B59B6"/>
                </a:solidFill>
                <a:latin typeface="Calibri"/>
              </a:rPr>
              <a:t>MOD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1996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A5BE"/>
                </a:solidFill>
                <a:latin typeface="Calibri"/>
              </a:rPr>
              <a:t>MetaBridge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6864" y="173736"/>
            <a:ext cx="74249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8BA5BE"/>
                </a:solidFill>
                <a:latin typeface="Calibri"/>
              </a:rPr>
              <a:t>Same neural network background as title slide but brighter — representing illumination gained through the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521208"/>
            <a:ext cx="742492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COURSE CLOSING SLIDE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26864" y="1143000"/>
            <a:ext cx="7424928" cy="228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1207008"/>
            <a:ext cx="7424928" cy="526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