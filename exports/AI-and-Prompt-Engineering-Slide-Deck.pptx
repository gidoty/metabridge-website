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CFF"/>
                </a:solidFill>
                <a:latin typeface="Calibri"/>
              </a:rPr>
              <a:t>MetaBridge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AI &amp;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85CFF"/>
                </a:solidFill>
                <a:latin typeface="Calibri"/>
              </a:rPr>
              <a:t>SLIDE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Nigeria's Premier Blockchain &amp; Technology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TITLE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DIFFICULTY LEVEL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QUESTION THAT STARTED IT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WHAT IS ARTIFICIAL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AI ALREADY LIVES IN NIGERIA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AI HISTORY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TWO AI WINTERS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AI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NARROW AI vs AGI vs 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SEVEN TECHNOLOGY 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EMERGING AI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TECHNOLOGY ADOPTION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INTRODUCTION TO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ANATOMY OF A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8 CORE PROMPTING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MODULE 1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THIS WEEK'S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MODULE 2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FROM TEXT TO NUMBERS: TOKENISATION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EMBEDDINGS: NUMBERS WITH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ATTENTION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TRANSFORMER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HOW LLMS ARE TRAINED: 3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LLM COMPARISON: KNOW YOUR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HALLUCINATIONS: THE CRITICAL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MODULE 3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RCTF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RCTF IN ACTION: NIGERIAN BUSINESS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ZERO-SHOT, ONE-SHOT, FEW-SHOT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10 COMMON PROMPTING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MODULE 4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CHAIN-OF-THOUGHT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PROMPT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RETRIEVAL AUGMENTED GENERATION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SYSTEM PROMPT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MODULE 5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TEXT AI: YOUR THINKING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IMAGE AI: VISUAL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AUDIO &amp; VIDEO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PROFESSIONAL AI TOOLKIT BUILDS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ROI OF AI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WORKFLOW AUTOMATION WITH MAKE AND ZAPIER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AI AGENTS: THE NEXT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AI BIAS: THE INVISIBLE DISCRIMINATION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DEEPFAKE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FUTURE OF AI: NIGERIA &amp; THE WORLD (2025–2035)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THE AI SAFETY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CAPSTONE: YOUR PROFESSIONAL DEBUT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CAPSTONE SCORING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CERTIFICATION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85CFF"/>
                </a:solidFill>
                <a:latin typeface="Calibri"/>
              </a:rPr>
              <a:t>COURSE CLOSING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